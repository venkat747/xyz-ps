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60" r:id="rId5"/>
    <p:sldId id="263" r:id="rId6"/>
    <p:sldId id="265" r:id="rId7"/>
    <p:sldId id="266" r:id="rId8"/>
    <p:sldId id="267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1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9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1" y="91547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8" y="32280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7" y="609603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01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04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0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685802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4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3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1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3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5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6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93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47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1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801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4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3" y="914400"/>
            <a:ext cx="3280975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3" y="2777067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11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1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1" y="3843867"/>
            <a:ext cx="8304211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638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6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9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923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93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3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606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766734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668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5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4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5"/>
            <a:ext cx="2981859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4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2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2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2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7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808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23BF-1835-5202-8271-A51367CB3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1" y="960122"/>
            <a:ext cx="9742805" cy="3425611"/>
          </a:xfrm>
        </p:spPr>
        <p:txBody>
          <a:bodyPr anchor="ctr">
            <a:normAutofit/>
          </a:bodyPr>
          <a:lstStyle/>
          <a:p>
            <a:pPr algn="l"/>
            <a:r>
              <a:rPr lang="en-US" sz="4400" dirty="0"/>
              <a:t>PPT For Azure WebApp deployment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4F134-2116-BEB9-735C-4187EA491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1" y="3502154"/>
            <a:ext cx="6327648" cy="228904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dirty="0"/>
              <a:t>Azure Infrastructure and DevOps Pipeline Presentation</a:t>
            </a:r>
          </a:p>
          <a:p>
            <a:pPr algn="l"/>
            <a:r>
              <a:rPr lang="en-IN" dirty="0"/>
              <a:t>Project: XYZ Web Application for PS</a:t>
            </a:r>
          </a:p>
          <a:p>
            <a:pPr algn="l"/>
            <a:r>
              <a:rPr lang="en-IN" dirty="0"/>
              <a:t>Date: November 2025</a:t>
            </a:r>
          </a:p>
          <a:p>
            <a:pPr algn="l"/>
            <a:r>
              <a:rPr lang="en-IN" dirty="0"/>
              <a:t>Repository: WebApp Deployment</a:t>
            </a:r>
          </a:p>
          <a:p>
            <a:pPr algn="l"/>
            <a:r>
              <a:rPr lang="en-IN" dirty="0"/>
              <a:t>Owner: venkat747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87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B1925C-D1E0-F216-FA4B-49FAFB4748A6}"/>
              </a:ext>
            </a:extLst>
          </p:cNvPr>
          <p:cNvSpPr txBox="1"/>
          <p:nvPr/>
        </p:nvSpPr>
        <p:spPr>
          <a:xfrm>
            <a:off x="580644" y="674638"/>
            <a:ext cx="748703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latin typeface="fkGrotesk"/>
              </a:rPr>
              <a:t>Project Overview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Overview of the XYZ Web Application implementation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Key Azure components:</a:t>
            </a:r>
          </a:p>
          <a:p>
            <a:pPr algn="l"/>
            <a:endParaRPr lang="en-IN" dirty="0">
              <a:latin typeface="fkGroteskNeue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Resource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Network Security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Network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Application security Group and Association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Role base assignment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App Service Plan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Web App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Custom host binding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Public 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</a:t>
            </a:r>
            <a:r>
              <a:rPr lang="en-IN" dirty="0" err="1">
                <a:latin typeface="fkGroteskNeue"/>
              </a:rPr>
              <a:t>MSSQl</a:t>
            </a:r>
            <a:r>
              <a:rPr lang="en-IN" dirty="0">
                <a:latin typeface="fkGroteskNeue"/>
              </a:rPr>
              <a:t> Server and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SQL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Application Gateway &amp; WAF policy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Virtual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Key Vault and Access Policy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Managed Identity and roles assignment on all resources.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68203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5700D-1F6F-D258-00CC-D584AF883563}"/>
              </a:ext>
            </a:extLst>
          </p:cNvPr>
          <p:cNvSpPr txBox="1"/>
          <p:nvPr/>
        </p:nvSpPr>
        <p:spPr>
          <a:xfrm>
            <a:off x="933450" y="1023461"/>
            <a:ext cx="63627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latin typeface="fkGrotesk"/>
              </a:rPr>
              <a:t> Infrastructure Components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 Core Technologies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.NET 8.0 Web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Terraform for Infrastructure as Code (IaC)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DevOps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PowerShell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Microsoft Azure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pPr lvl="1"/>
            <a:endParaRPr lang="en-IN" dirty="0">
              <a:latin typeface="fkGroteskNeue"/>
            </a:endParaRPr>
          </a:p>
          <a:p>
            <a:r>
              <a:rPr lang="en-IN" dirty="0">
                <a:latin typeface="fkGrotesk"/>
              </a:rPr>
              <a:t>Directory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Infrastructure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app.tf (Web App configuration)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appgateway.tf (App Gateway setup)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database.tf (SQL Database configuration)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keyvault.tf (Key Vault settings)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variables.tf (Variable definitions)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vnet.tf (Network configuration)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azure-</a:t>
            </a:r>
            <a:r>
              <a:rPr lang="en-IN" dirty="0" err="1">
                <a:latin typeface="fkGroteskNeue"/>
              </a:rPr>
              <a:t>pipelines.yml</a:t>
            </a:r>
            <a:r>
              <a:rPr lang="en-IN" dirty="0">
                <a:latin typeface="fkGroteskNeue"/>
              </a:rPr>
              <a:t> (DevOps Pipeline)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script.ps1 (Deployment scripts)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83569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067F12-D558-A79C-A62F-AAD117FF9284}"/>
              </a:ext>
            </a:extLst>
          </p:cNvPr>
          <p:cNvSpPr txBox="1"/>
          <p:nvPr/>
        </p:nvSpPr>
        <p:spPr>
          <a:xfrm>
            <a:off x="485775" y="390436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latin typeface="fkGrotesk"/>
              </a:rPr>
              <a:t>Infrastructure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.NET 8.0 Runtime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Production tier hosting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Application Insights enabled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r>
              <a:rPr lang="en-US" dirty="0">
                <a:latin typeface="fkGrotesk"/>
              </a:rPr>
              <a:t>Azure Resources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Web App Service: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Azure SQL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Automated backups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Firewall rules configured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 SQL Database: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Virtual Network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Application Gateway with WAF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Network Security Groups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413069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BD1905-FE36-D8F5-6A21-605C2D95227C}"/>
              </a:ext>
            </a:extLst>
          </p:cNvPr>
          <p:cNvSpPr txBox="1"/>
          <p:nvPr/>
        </p:nvSpPr>
        <p:spPr>
          <a:xfrm>
            <a:off x="476250" y="618262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latin typeface="fkGrotesk"/>
              </a:rPr>
              <a:t>Infrastructure as Code – Terraform Implementation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 Main Resources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Resource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 Service Plan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Example (HCL code snippet):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Resource definitions for Azure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r>
              <a:rPr lang="en-US" dirty="0">
                <a:latin typeface="fkGrotesk"/>
              </a:rPr>
              <a:t>Azure DevOps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Build Stage (YAML):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Build .NET 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Self-hosted pool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Deploy Stage (YAML):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Deploy to Azure Web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Triggered upon successful build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4029603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CC6DF5-5C38-F6AB-F264-E66BFC3E323B}"/>
              </a:ext>
            </a:extLst>
          </p:cNvPr>
          <p:cNvSpPr txBox="1"/>
          <p:nvPr/>
        </p:nvSpPr>
        <p:spPr>
          <a:xfrm>
            <a:off x="676275" y="706815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latin typeface="fkGrotesk"/>
              </a:rPr>
              <a:t>Application Architecture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Components: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Controllers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Middleware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REST API endpoints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Swagger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Application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365382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CD0698-5973-4C25-5A2B-8F35EE05BAEB}"/>
              </a:ext>
            </a:extLst>
          </p:cNvPr>
          <p:cNvSpPr txBox="1"/>
          <p:nvPr/>
        </p:nvSpPr>
        <p:spPr>
          <a:xfrm>
            <a:off x="581025" y="72071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latin typeface="fkGrotesk"/>
              </a:rPr>
              <a:t>Security Implementation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Key Vault Integration: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Database credentials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API keys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Certificates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Network Security: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Private endpoints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NSG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WAF policies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Authentication: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Azure AD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OAuth 2.0 / OpenID Connect</a:t>
            </a:r>
          </a:p>
        </p:txBody>
      </p:sp>
    </p:spTree>
    <p:extLst>
      <p:ext uri="{BB962C8B-B14F-4D97-AF65-F5344CB8AC3E}">
        <p14:creationId xmlns:p14="http://schemas.microsoft.com/office/powerpoint/2010/main" val="268256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184CEA-831C-A33F-4E81-9AEF0C365977}"/>
              </a:ext>
            </a:extLst>
          </p:cNvPr>
          <p:cNvSpPr txBox="1"/>
          <p:nvPr/>
        </p:nvSpPr>
        <p:spPr>
          <a:xfrm>
            <a:off x="209550" y="747236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latin typeface="fkGrotesk"/>
              </a:rPr>
              <a:t>Deployment Steps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Infrastructure Deployment: PowerShell + Terraform (</a:t>
            </a:r>
            <a:r>
              <a:rPr lang="en-US" dirty="0" err="1">
                <a:latin typeface="berkeleyMono"/>
              </a:rPr>
              <a:t>init</a:t>
            </a:r>
            <a:r>
              <a:rPr lang="en-US" dirty="0">
                <a:latin typeface="fkGroteskNeue"/>
              </a:rPr>
              <a:t>, </a:t>
            </a:r>
            <a:r>
              <a:rPr lang="en-US" dirty="0">
                <a:latin typeface="berkeleyMono"/>
              </a:rPr>
              <a:t>plan</a:t>
            </a:r>
            <a:r>
              <a:rPr lang="en-US" dirty="0">
                <a:latin typeface="fkGroteskNeue"/>
              </a:rPr>
              <a:t>, </a:t>
            </a:r>
            <a:r>
              <a:rPr lang="en-US" dirty="0">
                <a:latin typeface="berkeleyMono"/>
              </a:rPr>
              <a:t>apply</a:t>
            </a:r>
            <a:r>
              <a:rPr lang="en-US" dirty="0"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Application Deployment: Azure DevOps Pipeline, Automated testing, Staged deployment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r>
              <a:rPr lang="en-IN" dirty="0">
                <a:latin typeface="fkGrotesk"/>
              </a:rPr>
              <a:t>Monitoring &amp; Logging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Application Insights: Performance, Error tracking, User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Log Analytics: Resource logs, Custom queries, Alerts configuration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77774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0C4A3-038E-F7E1-1194-E86199562EBE}"/>
              </a:ext>
            </a:extLst>
          </p:cNvPr>
          <p:cNvSpPr txBox="1"/>
          <p:nvPr/>
        </p:nvSpPr>
        <p:spPr>
          <a:xfrm>
            <a:off x="666750" y="813138"/>
            <a:ext cx="6096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dirty="0">
                <a:latin typeface="fkGrotesk"/>
              </a:rPr>
              <a:t>Best Practices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Infrastructure as Code: Version control, Modular design, Reusability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Security First: Least privilege, Encryption at rest, Network isolation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fkGroteskNeue"/>
              </a:rPr>
              <a:t>DevOps: Automated pipelines, Environment parity, Continuous monitoring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r>
              <a:rPr lang="en-IN" sz="2000" dirty="0">
                <a:latin typeface="fkGrotesk"/>
              </a:rPr>
              <a:t>Closing &amp; Next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fkGroteskNeue"/>
              </a:rPr>
              <a:t>Repository: github.com/venkat747/</a:t>
            </a:r>
            <a:r>
              <a:rPr lang="en-IN" sz="2000" dirty="0" err="1">
                <a:latin typeface="fkGroteskNeue"/>
              </a:rPr>
              <a:t>xyz-ps</a:t>
            </a:r>
            <a:endParaRPr lang="en-IN" sz="2000" dirty="0"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fkGroteskNeue"/>
              </a:rPr>
              <a:t>Documentation: Internal Wiki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fkGroteskNeue"/>
              </a:rPr>
              <a:t>Support: Team Contact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fkGroteskNeue"/>
              </a:rPr>
              <a:t>Focus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fkGroteskNeue"/>
              </a:rPr>
              <a:t>Container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fkGroteskNeue"/>
              </a:rPr>
              <a:t>Auto-scaling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fkGroteskNeue"/>
              </a:rPr>
              <a:t>Disaster recovery setup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81954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972804-F2D9-12A8-10AD-3A9B23A70550}"/>
              </a:ext>
            </a:extLst>
          </p:cNvPr>
          <p:cNvSpPr txBox="1"/>
          <p:nvPr/>
        </p:nvSpPr>
        <p:spPr>
          <a:xfrm>
            <a:off x="4248150" y="317397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4800" dirty="0">
                <a:latin typeface="fkGroteskNeue"/>
              </a:rPr>
              <a:t>THANK YOU!</a:t>
            </a:r>
            <a:endParaRPr lang="en-IN" sz="4800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63703276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</TotalTime>
  <Words>454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berkeleyMono</vt:lpstr>
      <vt:lpstr>Century Gothic</vt:lpstr>
      <vt:lpstr>fkGrotesk</vt:lpstr>
      <vt:lpstr>fkGroteskNeue</vt:lpstr>
      <vt:lpstr>Wingdings 3</vt:lpstr>
      <vt:lpstr>Slice</vt:lpstr>
      <vt:lpstr>PPT For Azure WebApp deployment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venkatram Reddy</dc:creator>
  <cp:lastModifiedBy>venkatram Reddy</cp:lastModifiedBy>
  <cp:revision>1</cp:revision>
  <dcterms:created xsi:type="dcterms:W3CDTF">2025-11-11T14:13:38Z</dcterms:created>
  <dcterms:modified xsi:type="dcterms:W3CDTF">2025-11-11T14:48:46Z</dcterms:modified>
</cp:coreProperties>
</file>